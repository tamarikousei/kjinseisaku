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玉利　倖晟" userId="2981ab6a-aa11-42a1-b90e-4cdb5f2633a4" providerId="ADAL" clId="{025DE386-66EE-46AC-BBA1-5C2CDC2E1FE7}"/>
    <pc:docChg chg="modSld">
      <pc:chgData name="玉利　倖晟" userId="2981ab6a-aa11-42a1-b90e-4cdb5f2633a4" providerId="ADAL" clId="{025DE386-66EE-46AC-BBA1-5C2CDC2E1FE7}" dt="2026-08-07T07:59:01.379" v="375" actId="20577"/>
      <pc:docMkLst>
        <pc:docMk/>
      </pc:docMkLst>
      <pc:sldChg chg="modSp mod">
        <pc:chgData name="玉利　倖晟" userId="2981ab6a-aa11-42a1-b90e-4cdb5f2633a4" providerId="ADAL" clId="{025DE386-66EE-46AC-BBA1-5C2CDC2E1FE7}" dt="2026-08-07T07:59:01.379" v="375" actId="20577"/>
        <pc:sldMkLst>
          <pc:docMk/>
          <pc:sldMk cId="3056798301" sldId="256"/>
        </pc:sldMkLst>
        <pc:spChg chg="mod">
          <ac:chgData name="玉利　倖晟" userId="2981ab6a-aa11-42a1-b90e-4cdb5f2633a4" providerId="ADAL" clId="{025DE386-66EE-46AC-BBA1-5C2CDC2E1FE7}" dt="2026-08-07T07:59:01.379" v="375" actId="20577"/>
          <ac:spMkLst>
            <pc:docMk/>
            <pc:sldMk cId="3056798301" sldId="256"/>
            <ac:spMk id="2" creationId="{DA5AA9F1-7185-D39D-F502-E9BD42D183AC}"/>
          </ac:spMkLst>
        </pc:spChg>
        <pc:spChg chg="mod">
          <ac:chgData name="玉利　倖晟" userId="2981ab6a-aa11-42a1-b90e-4cdb5f2633a4" providerId="ADAL" clId="{025DE386-66EE-46AC-BBA1-5C2CDC2E1FE7}" dt="2026-08-07T07:52:56.947" v="325" actId="20577"/>
          <ac:spMkLst>
            <pc:docMk/>
            <pc:sldMk cId="3056798301" sldId="256"/>
            <ac:spMk id="5" creationId="{0A5C4085-E5B4-A6CB-19DF-45F4C43C892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18FDD4-35C1-B7D0-0D97-9CA29E956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BE5ECE6-F27C-6E99-0377-80EB4C5267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177DAB-B32A-2F4B-31FD-53BCB15D0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DDD8B-2639-4EAB-903C-869C4E595C7B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77D694-F627-4B42-1D94-5ABEE7A1C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04802D-6799-7F1F-A339-1274917B0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B60B-CF2B-4F17-9461-0525035C29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7400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5EFFED-81D8-C703-DC3B-1EA2F3731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E01724-DC16-76F8-00A8-4666E91AF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B0F029-89E4-3336-1754-21904A758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DDD8B-2639-4EAB-903C-869C4E595C7B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CB94FC-621C-880B-2057-73E8BC063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2FE3E3-5364-4586-4682-78BA64805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B60B-CF2B-4F17-9461-0525035C29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5518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85B688-2CA7-BCEC-5A72-053F10BE4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C9A99C7-D9D2-A6A8-027F-BA8D18098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1261A6-5A96-C63A-8803-094B1D1CA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DDD8B-2639-4EAB-903C-869C4E595C7B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1E59B5-9B19-39A2-FB2A-D4EC2B216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B0E1CD-61D9-2301-BFDF-E1A2855C0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B60B-CF2B-4F17-9461-0525035C29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1915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64B255-630B-1EE4-DC6A-0A82DDE17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93FD29-C1D1-873A-667B-17F373E24C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F6EBF6F-3C77-4AEE-0ECF-B5D8E6B95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4C7D712-78EF-C4FE-5961-E3D2A3A3B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DDD8B-2639-4EAB-903C-869C4E595C7B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C38FB1-5ECF-8C1D-1FC6-94C5B440C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8D6B144-8317-DC18-1CEC-E9A984FDB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B60B-CF2B-4F17-9461-0525035C29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000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103E7D-9E12-A9D1-87DC-42293AD1A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B9231C-FAF4-023F-24C1-4D0EC1C48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367F137-4826-A55C-6E83-5F719D9B4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50692CF-4C02-BCEB-3688-220FB8129D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D9B9C2A-5A8B-CD9A-DD2C-59BFBDC99C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965DD6F-6056-84D1-73CB-8B53166A4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DDD8B-2639-4EAB-903C-869C4E595C7B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8462704-668C-14DD-0EC6-C38FD7A45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A7D7567-A7A3-27D1-6ED1-4E3A626FD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B60B-CF2B-4F17-9461-0525035C29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489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3947F8-CBB2-6330-C800-9BBD53F3E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F21AF6E-2744-C6D6-1286-3B894F2A1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DDD8B-2639-4EAB-903C-869C4E595C7B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6D63044-6C90-A702-0092-4078D107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E5025CA-C205-6834-207B-A6410496A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B60B-CF2B-4F17-9461-0525035C29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694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278F4B7-766C-3E6C-4434-6945675F2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DDD8B-2639-4EAB-903C-869C4E595C7B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D4B8857-5733-9AC6-7F21-C34583D87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879F044-1C2C-3E2B-886C-F98989550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B60B-CF2B-4F17-9461-0525035C29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7539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CB8DE4-011D-55FF-AF7F-437471F1E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69FFA3-A223-0A01-A3E5-EE88AD7BE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B6C99FE-5322-D878-8C19-0B2CF20E2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A54E08-CBD2-715D-8242-1ACEB8DC5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DDD8B-2639-4EAB-903C-869C4E595C7B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FCF12E4-AFF1-274C-8C47-995C416ED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82AF8D-69AC-E7BC-3100-100B1E33D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B60B-CF2B-4F17-9461-0525035C29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7865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A2F122-2928-CC20-D675-F36BFB3C1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B38FBF1-5AF4-8C11-CE12-87E094E8AA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B8C1A34-07CD-5310-45BC-8C75C517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CE37E3F-8298-714E-4FDA-9897A029A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DDD8B-2639-4EAB-903C-869C4E595C7B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E3D6277-3AAF-5111-E1AE-9582190EA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2A6484-B8DA-75A8-1B77-E9BB0BF30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B60B-CF2B-4F17-9461-0525035C29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3379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D48CA1-D30C-138C-23F0-EBA1F9279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3F0FFA-46D7-5DB0-085D-1A011CE57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3454E2-CDE8-678D-BD0A-ABA080A93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DDD8B-2639-4EAB-903C-869C4E595C7B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4F2046-C563-B3F2-5EB3-9898EEEF5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F6B084-4C63-2C0C-F7BE-EA6FD9F61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B60B-CF2B-4F17-9461-0525035C29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4285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13C1AA3-4127-0F3A-74C3-D950C4992D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E8841BB-9D99-C9DD-1C73-A48F67B11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0FE5E3-0572-2774-C553-537484A1F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DDD8B-2639-4EAB-903C-869C4E595C7B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7DEBA1-FD19-B9B7-1A09-9BB242A1F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15842E-4C05-33A8-F810-C8F4141D7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EB60B-CF2B-4F17-9461-0525035C29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3069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9C54414-197C-973E-3DEE-030A90A84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A4D353-DC57-2536-C35D-76DB23E14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D68A6E-D4B9-07FE-DF6C-DDE3B4784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DDD8B-2639-4EAB-903C-869C4E595C7B}" type="datetimeFigureOut">
              <a:rPr kumimoji="1" lang="ja-JP" altLang="en-US" smtClean="0"/>
              <a:t>2026/8/7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02EEC5-A37C-ACC5-276C-870F497242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BC31A0-A2D9-CF37-C201-A1CB5E59CF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DEB60B-CF2B-4F17-9461-0525035C29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935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A5AA9F1-7185-D39D-F502-E9BD42D183AC}"/>
              </a:ext>
            </a:extLst>
          </p:cNvPr>
          <p:cNvSpPr txBox="1"/>
          <p:nvPr/>
        </p:nvSpPr>
        <p:spPr>
          <a:xfrm>
            <a:off x="351692" y="492369"/>
            <a:ext cx="561301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ゲーム名      </a:t>
            </a:r>
            <a:r>
              <a:rPr lang="ja-JP" altLang="en-US"/>
              <a:t>まだ考えてる</a:t>
            </a:r>
            <a:endParaRPr kumimoji="1" lang="en-US" altLang="ja-JP" dirty="0"/>
          </a:p>
          <a:p>
            <a:r>
              <a:rPr lang="ja-JP" altLang="en-US" dirty="0"/>
              <a:t>コンセプト</a:t>
            </a:r>
            <a:endParaRPr lang="en-US" altLang="ja-JP" dirty="0"/>
          </a:p>
          <a:p>
            <a:r>
              <a:rPr lang="ja-JP" altLang="en-US" dirty="0"/>
              <a:t>横スクロールを学ぶ</a:t>
            </a:r>
            <a:endParaRPr lang="en-US" altLang="ja-JP" dirty="0"/>
          </a:p>
          <a:p>
            <a:r>
              <a:rPr lang="ja-JP" altLang="en-US" dirty="0"/>
              <a:t>ジャンル    横スクロール</a:t>
            </a:r>
            <a:r>
              <a:rPr lang="en-US" altLang="ja-JP" dirty="0"/>
              <a:t>2D</a:t>
            </a:r>
            <a:r>
              <a:rPr lang="ja-JP" altLang="en-US" dirty="0"/>
              <a:t>アクションゲーム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ゲーム概要</a:t>
            </a:r>
            <a:endParaRPr lang="en-US" altLang="ja-JP" dirty="0"/>
          </a:p>
          <a:p>
            <a:r>
              <a:rPr lang="ja-JP" altLang="en-US" dirty="0"/>
              <a:t>敵が</a:t>
            </a:r>
            <a:r>
              <a:rPr lang="en-US" altLang="ja-JP" dirty="0"/>
              <a:t>2</a:t>
            </a:r>
            <a:r>
              <a:rPr lang="ja-JP" altLang="en-US" dirty="0"/>
              <a:t>体ぐらい出てくるのを、倒したり、よけたりしながらゴールを目指す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CAAD576-EDA8-6BE5-E112-9DCB3E7BA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6096000" cy="408819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A5C4085-E5B4-A6CB-19DF-45F4C43C8926}"/>
              </a:ext>
            </a:extLst>
          </p:cNvPr>
          <p:cNvSpPr txBox="1"/>
          <p:nvPr/>
        </p:nvSpPr>
        <p:spPr>
          <a:xfrm>
            <a:off x="6096000" y="4318782"/>
            <a:ext cx="5974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やりたいこと</a:t>
            </a:r>
            <a:endParaRPr kumimoji="1" lang="en-US" altLang="ja-JP" dirty="0"/>
          </a:p>
          <a:p>
            <a:r>
              <a:rPr lang="ja-JP" altLang="en-US" dirty="0"/>
              <a:t>・当たり判定</a:t>
            </a:r>
            <a:endParaRPr lang="en-US" altLang="ja-JP" dirty="0"/>
          </a:p>
          <a:p>
            <a:r>
              <a:rPr kumimoji="1" lang="ja-JP" altLang="en-US" dirty="0"/>
              <a:t>・プレイヤーが動く</a:t>
            </a:r>
            <a:r>
              <a:rPr lang="ja-JP" altLang="en-US" dirty="0"/>
              <a:t>と画面がスクロールするようにしたい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56798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0659C1CB043E754AB7B456E2CDD719B0" ma:contentTypeVersion="8" ma:contentTypeDescription="新しいドキュメントを作成します。" ma:contentTypeScope="" ma:versionID="4a2e7606c12f1ca743177387e6122bf8">
  <xsd:schema xmlns:xsd="http://www.w3.org/2001/XMLSchema" xmlns:xs="http://www.w3.org/2001/XMLSchema" xmlns:p="http://schemas.microsoft.com/office/2006/metadata/properties" xmlns:ns3="81dfd936-ba68-4977-9d24-02754c144e1a" targetNamespace="http://schemas.microsoft.com/office/2006/metadata/properties" ma:root="true" ma:fieldsID="0a5ffd51dbbb275c1530b4d03b7c5dbf" ns3:_="">
    <xsd:import namespace="81dfd936-ba68-4977-9d24-02754c144e1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fd936-ba68-4977-9d24-02754c144e1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1dfd936-ba68-4977-9d24-02754c144e1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EB339F8-4FC7-465E-9649-D3588E5564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fd936-ba68-4977-9d24-02754c144e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FB491E-6770-4D43-BCC1-CE083030694E}">
  <ds:schemaRefs>
    <ds:schemaRef ds:uri="http://schemas.microsoft.com/office/2006/documentManagement/types"/>
    <ds:schemaRef ds:uri="http://purl.org/dc/dcmitype/"/>
    <ds:schemaRef ds:uri="81dfd936-ba68-4977-9d24-02754c144e1a"/>
    <ds:schemaRef ds:uri="http://www.w3.org/XML/1998/namespace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37FCB76-F36B-4FB8-9C6B-23408CCE34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49</Words>
  <Application>Microsoft Office PowerPoint</Application>
  <PresentationFormat>ワイド画面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玉利　倖晟</dc:creator>
  <cp:lastModifiedBy>玉利　倖晟</cp:lastModifiedBy>
  <cp:revision>1</cp:revision>
  <dcterms:created xsi:type="dcterms:W3CDTF">2026-07-21T02:36:22Z</dcterms:created>
  <dcterms:modified xsi:type="dcterms:W3CDTF">2026-08-07T08:00:55Z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0x0101000659C1CB043E754AB7B456E2CDD719B0</vt:lpwstr>
  </property>
</Properties>
</file>